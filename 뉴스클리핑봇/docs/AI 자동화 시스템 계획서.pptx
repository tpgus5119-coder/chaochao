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1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9768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준비 안내서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서버 준비하기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가비아(gabia) g클라우드에서 윈도우 서버 한 대를 신청하고,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정보를 개발자에게 전달하기까지의 과정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작성: 개발 담당  ·  대상: 운영 실무자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서버가 필요한가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저녁 8시, 서버가 알아서 기사를 보냅니다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베트남·중국·인도네시아 경제 기사를 자동으로 모아 3개 카카오톡 오픈채팅방에 전송하는 프로그램입니다. 사람이 매일 켜 줄 수 없으므로, 24시간 켜져 있는 클라우드 컴퓨터(서버) 한 대가 필요합니다.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수집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뉴스에서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한글 기사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92608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9000" y="2926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선별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기준대로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3~5개 선택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92608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작성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목록으로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92608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06840" y="2926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0684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전송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오픈채팅방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3곳에 발송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안내서에서 준비하는 것은 위 과정이 돌아갈 「서버」 한 대뿐입니다. 프로그램 설치·설정은 개발자가 합니다.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나누기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실무자와 개발자가 나눠서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E4B3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r>
              <a:rPr lang="en-US" sz="1700" b="1" dirty="0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 회원가입 / 로그인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g클라우드 윈도우 서버 1대 신청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월정액 요금 결제수단 등록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공인 IP · 관리자 비밀번호 확인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 전용 카카오톡 계정 준비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오픈채팅방 3곳에 그 계정 초대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정보를 개발자에게 전달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874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7744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원격 접속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윈도우 기본 설정(자동 로그인 등)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· 카카오톡 PC 설치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 프로그램 넣고 설정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 키 등록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전송 확인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20시 자동 실행 등록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준비물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4가지를 먼저 손에 두세요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주소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 회원가입에 사용. 회사 공용 메일 권장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88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법인/개인 신용카드 또는 계좌이체. 월 3~5만원 정도 청구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840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로그인 시 인증번호 확인용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계정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892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봇이 사용할 계정. 개인 카톡과 분리 권장(별도 번호 부계정)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080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BF1DE"/>
          </a:solidFill>
          <a:ln w="12700">
            <a:solidFill>
              <a:srgbClr val="E4B3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6080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결제수단이 없으면 서버 신청이 끝나지 않습니다. 카드 등록 권한을 미리 확인하세요.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실무자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 회원가입하고 로그인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9966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주소창에 www.gabia.com 입력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「회원가입」 → 개인 또는 법인 선택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 → 아이디 · 비밀번호 설정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완료 후 「로그인」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가비아 아이디/비밀번호는 나중에 서버가 멈췄을 때 다시 켜는 데 씁니다. 개발자에게도 알려줘야 합니다.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실무자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g클라우드에서 윈도우 서버 신청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 로그인 상태에서 상단 메뉴 「클라우드」 → 「g클라우드(클라우드 서버)」 → 「서버 생성 / 신청」. 화면 구성은 바뀔 수 있으니 아래 항목 이름으로 찾아 선택하세요.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운영체제(OS)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 Server 2022 (64bit, 한국어)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/ 메모리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vCPU / 4 GB  (가장 낮은 축이면 충분)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SSD 50 GB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IP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 신청 (필수)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요금제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정액제 (월 단위) — 시간제 아님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국내(한국)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요금은 사양·부가서비스에 따라 대략 3~5만원입니다. 정확한 금액은 신청 화면 하단 예상 요금에서 확인하세요.</a:t>
            </a:r>
            <a:endParaRPr lang="en-US" sz="1200" dirty="0"/>
          </a:p>
        </p:txBody>
      </p:sp>
      <p:sp>
        <p:nvSpPr>
          <p:cNvPr id="5" name="Text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실무자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결제수단 등록하고 신청 완료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9966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마지막 단계에서 결제수단 등록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신용카드(법인/개인) 또는 계좌이체·무통장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「정액제 / 월 자동결제」로 설정 — 매달 끊기지 않게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버튼을 누르면 몇 분 안에 서버가 만들어집니다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완료되면 가비아 「My가비아 → 이용중인 서비스」에 새 서버가 보입니다.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실무자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접속 정보 2가지를 확인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My가비아 → 이용중인 서비스 → 방금 만든 서버 클릭. 아래 두 값을 찾아 적어 둡니다. (관리자 비밀번호는 최초 발급값이 메일 또는 콘솔에 표시됩니다.)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249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공인 IP 주소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123.45.67.89  —  서버에 접속할 주소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25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관리자 비밀번호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Administrator 계정의 초기 비밀번호  —  서버에 로그인할 열쇠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8521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BF1DE"/>
          </a:solidFill>
          <a:ln w="12700">
            <a:solidFill>
              <a:srgbClr val="E4B3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비밀번호는 메신저 공개 채팅에 올리지 말고, 개발자에게 직접(전화·대면·1회용 메모)으로 전달하세요.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실무자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봇이 쓸 카카오톡 계정 준비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9966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 전용 카카오톡 계정을 정합니다</a:t>
            </a:r>
            <a:endParaRPr lang="en-US" sz="1350" dirty="0"/>
          </a:p>
          <a:p>
            <a:pPr marL="685800" lvl="1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카톡을 쓰면 봇이 켜져 있는 동안 개인 대화에 방해가 되므로, 별도 번호의 부계정을 권장합니다.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계정을 오픈채팅방 3곳(베트남·중국·인도네시아 경제)에 들어가게 합니다</a:t>
            </a:r>
            <a:endParaRPr lang="en-US" sz="1350" dirty="0"/>
          </a:p>
          <a:p>
            <a:pPr marL="685800" lvl="1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가능하면 방장이 그 계정을 부방장/관리자로 지정 — 자동 강퇴 등을 피할 수 있음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이름 3개를 정확히 적어 둡니다 (개발자가 설정에 넣어야 함)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실무자 → 개발자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양식을 채워서 개발자에게 전달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09651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가비아 로그인 아이디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재시작·요금 관리용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가비아 로그인 비밀번호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(직접 전달)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공인 IP 주소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___ . ___ . ___ . ___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관리자 비밀번호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(직접 전달)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봇용 카카오톡 계정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아이디 / 전화번호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카카오톡 계정 비밀번호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(직접 전달)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오픈채팅방 이름 3개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 / 중국 / 인도네시아 방 정확한 이름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보고 받을 곳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'나와의 채팅' 또는 담당자 카톡/텔레그램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9A6B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「(직접 전달)」 항목은 문서에 적지 말고 전화·대면으로 알려주세요.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· 개발자가 진행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받은 뒤 개발자가 하는 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원격 데스크톱으로 서버 접속 (윈도우 기본 프로그램)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시간대 서울, 절전 끄기, 자동 로그인 설정 — 재부팅돼도 스스로 켜지게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파이썬 · 카카오톡 PC 설치, 봇 프로그램 복사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E4B3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카카오톡 로그인 (이때 휴대폰 인증 1회 필요 — 실무자 협조)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AI 사용 키 등록, 테스트로 베트남 방에 1번 보내 보기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매일 저녁 8시 자동 실행 등록 → 이후 무인 운영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단계에서 봇 카톡 계정으로 오는 인증번호를 실무자가 확인해 알려줘야 합니다. 그 1번 이후로는 사람 손이 필요 없습니다.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확인할 것은 딱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8시 조금 지나 「결과 보고」 메시지가 오는지 본다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메시지 예시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10881360" cy="1371600"/>
          </a:xfrm>
          <a:prstGeom prst="rect">
            <a:avLst/>
          </a:prstGeom>
          <a:solidFill>
            <a:srgbClr val="EEF3F8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[뉴스클리핑봇] 09/03 20:01 실행 결과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베트남 경제: 4건 전송 완료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중국 경제: 3건 전송 완료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인도네시아 경제: 2건 전송 완료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메시지가 오면 정상입니다. 오지 않으면 다음 장을 보세요.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생기면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증상별 대처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 메시지가 안 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서버가 꺼졌을 수 있음 → 가비아 콘솔에서 서버 「재시작」 1번. 그래도 안 오면 개발자 연락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"기사 2건만 전송"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그날 조건에 맞는 기사가 실제로 적은 것. 정상 동작(최소 3건이 원칙이나 부족하면 있는 만큼)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방에만 전송 실패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봇 계정이 그 방에서 나가졌거나 강퇴됨 → 다시 초대 후 개발자에게 알림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요금 결제 실패 안내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가비아에 등록한 카드 한도·유효기간 확인 후 재결제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뉴스클리핑봇 · 서버 준비 안내서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 체크리스트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가비아 회원가입 · 로그인 완료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g클라우드 윈도우 서버(2vCPU/4GB/Win2022) 신청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 IP 1개 포함, 월 정액제로 결제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공인 IP 주소 확인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관리자 비밀번호 확인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봇 전용 카카오톡 계정 준비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오픈채팅방 3곳에 그 계정 참여(가능하면 관리자)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양식(10쪽) 작성해 개발자에게 전달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항목이 끝나면 실무자 할 일 완료. 이후는 개발자가 진행합니다.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1168</Words>
  <Application>Microsoft Macintosh PowerPoint</Application>
  <PresentationFormat>와이드스크린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뉴스클리핑봇</dc:creator>
  <cp:lastModifiedBy>LeeSeHyeon</cp:lastModifiedBy>
  <cp:revision>2</cp:revision>
  <dcterms:created xsi:type="dcterms:W3CDTF">2026-09-03T00:03:21Z</dcterms:created>
  <dcterms:modified xsi:type="dcterms:W3CDTF">2026-09-03T01:37:23Z</dcterms:modified>
</cp:coreProperties>
</file>